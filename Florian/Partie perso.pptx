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29LT Riwaya" panose="020B0604020202020204" charset="-78"/>
      <p:regular r:id="rId7"/>
    </p:embeddedFont>
    <p:embeddedFont>
      <p:font typeface="Boston Angel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84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5876" y="3327848"/>
            <a:ext cx="15048814" cy="544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Comme pour la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partie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commune,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j’ai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dû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apporter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des corrections à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certains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diagrammes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.</a:t>
            </a:r>
          </a:p>
          <a:p>
            <a:pPr algn="l">
              <a:lnSpc>
                <a:spcPts val="6160"/>
              </a:lnSpc>
            </a:pPr>
            <a:endParaRPr lang="en-US" sz="4400" spc="132" dirty="0">
              <a:solidFill>
                <a:srgbClr val="56678D"/>
              </a:solidFill>
              <a:latin typeface="29LT Riwaya"/>
              <a:ea typeface="29LT Riwaya"/>
              <a:cs typeface="29LT Riwaya"/>
              <a:sym typeface="29LT Riwaya"/>
            </a:endParaRPr>
          </a:p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J’ai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également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réalisé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un nouveau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diagramme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 de </a:t>
            </a:r>
            <a:r>
              <a:rPr lang="en-US" sz="4400" spc="132" dirty="0" err="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séquence</a:t>
            </a:r>
            <a:r>
              <a:rPr lang="en-US" sz="4400" spc="132" dirty="0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.</a:t>
            </a:r>
          </a:p>
          <a:p>
            <a:pPr algn="l">
              <a:lnSpc>
                <a:spcPts val="6160"/>
              </a:lnSpc>
            </a:pPr>
            <a:endParaRPr lang="en-US" sz="4400" spc="132" dirty="0">
              <a:solidFill>
                <a:srgbClr val="56678D"/>
              </a:solidFill>
              <a:latin typeface="29LT Riwaya"/>
              <a:ea typeface="29LT Riwaya"/>
              <a:cs typeface="29LT Riwaya"/>
              <a:sym typeface="29LT Riwaya"/>
            </a:endParaRPr>
          </a:p>
          <a:p>
            <a:pPr algn="l">
              <a:lnSpc>
                <a:spcPts val="6160"/>
              </a:lnSpc>
            </a:pPr>
            <a:endParaRPr lang="en-US" sz="4400" spc="132" dirty="0">
              <a:solidFill>
                <a:srgbClr val="56678D"/>
              </a:solidFill>
              <a:latin typeface="29LT Riwaya"/>
              <a:ea typeface="29LT Riwaya"/>
              <a:cs typeface="29LT Riwaya"/>
              <a:sym typeface="29LT Riway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121148"/>
            <a:ext cx="16230600" cy="151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Intr</a:t>
            </a:r>
            <a:r>
              <a:rPr lang="en-US" sz="8396" u="none" strike="noStrike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oduction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91994" y="2631893"/>
            <a:ext cx="12873136" cy="7004211"/>
          </a:xfrm>
          <a:custGeom>
            <a:avLst/>
            <a:gdLst/>
            <a:ahLst/>
            <a:cxnLst/>
            <a:rect l="l" t="t" r="r" b="b"/>
            <a:pathLst>
              <a:path w="12873136" h="7004211">
                <a:moveTo>
                  <a:pt x="0" y="0"/>
                </a:moveTo>
                <a:lnTo>
                  <a:pt x="12873136" y="0"/>
                </a:lnTo>
                <a:lnTo>
                  <a:pt x="12873136" y="7004211"/>
                </a:lnTo>
                <a:lnTo>
                  <a:pt x="0" y="7004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88" r="-1135" b="-36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1148"/>
            <a:ext cx="16230600" cy="151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 Diagramme de cas d'utilisation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8800" y="2631893"/>
            <a:ext cx="15087600" cy="7176798"/>
          </a:xfrm>
          <a:custGeom>
            <a:avLst/>
            <a:gdLst/>
            <a:ahLst/>
            <a:cxnLst/>
            <a:rect l="l" t="t" r="r" b="b"/>
            <a:pathLst>
              <a:path w="14214278" h="7176798">
                <a:moveTo>
                  <a:pt x="0" y="0"/>
                </a:moveTo>
                <a:lnTo>
                  <a:pt x="14214277" y="0"/>
                </a:lnTo>
                <a:lnTo>
                  <a:pt x="14214277" y="7176797"/>
                </a:lnTo>
                <a:lnTo>
                  <a:pt x="0" y="7176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8" r="-28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1148"/>
            <a:ext cx="16230600" cy="151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déploiement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97919" y="2857500"/>
            <a:ext cx="8187262" cy="7132364"/>
          </a:xfrm>
          <a:custGeom>
            <a:avLst/>
            <a:gdLst/>
            <a:ahLst/>
            <a:cxnLst/>
            <a:rect l="l" t="t" r="r" b="b"/>
            <a:pathLst>
              <a:path w="6717355" h="7132364">
                <a:moveTo>
                  <a:pt x="0" y="0"/>
                </a:moveTo>
                <a:lnTo>
                  <a:pt x="6717355" y="0"/>
                </a:lnTo>
                <a:lnTo>
                  <a:pt x="6717355" y="7132364"/>
                </a:lnTo>
                <a:lnTo>
                  <a:pt x="0" y="713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1148"/>
            <a:ext cx="16230600" cy="151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séquence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2819" y="3866183"/>
            <a:ext cx="8495100" cy="404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8770" lvl="1" indent="-489385" algn="ctr">
              <a:lnSpc>
                <a:spcPts val="6346"/>
              </a:lnSpc>
              <a:spcBef>
                <a:spcPct val="0"/>
              </a:spcBef>
              <a:buFont typeface="Arial"/>
              <a:buChar char="•"/>
            </a:pPr>
            <a:r>
              <a:rPr lang="en-US" sz="4533" spc="226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L'administrateur accède à la liste des gabarits</a:t>
            </a:r>
          </a:p>
          <a:p>
            <a:pPr algn="ctr">
              <a:lnSpc>
                <a:spcPts val="6346"/>
              </a:lnSpc>
              <a:spcBef>
                <a:spcPct val="0"/>
              </a:spcBef>
            </a:pPr>
            <a:endParaRPr lang="en-US" sz="4533" spc="226">
              <a:solidFill>
                <a:srgbClr val="56678D"/>
              </a:solidFill>
              <a:latin typeface="Boston Angel"/>
              <a:ea typeface="Boston Angel"/>
              <a:cs typeface="Boston Angel"/>
              <a:sym typeface="Boston Angel"/>
            </a:endParaRPr>
          </a:p>
          <a:p>
            <a:pPr marL="978770" lvl="1" indent="-489385" algn="ctr">
              <a:lnSpc>
                <a:spcPts val="6346"/>
              </a:lnSpc>
              <a:spcBef>
                <a:spcPct val="0"/>
              </a:spcBef>
              <a:buFont typeface="Arial"/>
              <a:buChar char="•"/>
            </a:pPr>
            <a:r>
              <a:rPr lang="en-US" sz="4533" spc="226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L'administrateur modifie un gabarit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91600" y="2716598"/>
            <a:ext cx="8267700" cy="7319696"/>
          </a:xfrm>
          <a:custGeom>
            <a:avLst/>
            <a:gdLst/>
            <a:ahLst/>
            <a:cxnLst/>
            <a:rect l="l" t="t" r="r" b="b"/>
            <a:pathLst>
              <a:path w="5057315" h="7319696">
                <a:moveTo>
                  <a:pt x="0" y="0"/>
                </a:moveTo>
                <a:lnTo>
                  <a:pt x="5057315" y="0"/>
                </a:lnTo>
                <a:lnTo>
                  <a:pt x="5057315" y="7319696"/>
                </a:lnTo>
                <a:lnTo>
                  <a:pt x="0" y="7319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5" r="-15" b="-1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32663" y="3160844"/>
            <a:ext cx="8644929" cy="466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spc="132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Modèle d'affichage avec opérations</a:t>
            </a:r>
          </a:p>
          <a:p>
            <a:pPr algn="l">
              <a:lnSpc>
                <a:spcPts val="6160"/>
              </a:lnSpc>
            </a:pPr>
            <a:endParaRPr lang="en-US" sz="4400" spc="132">
              <a:solidFill>
                <a:srgbClr val="56678D"/>
              </a:solidFill>
              <a:latin typeface="29LT Riwaya"/>
              <a:ea typeface="29LT Riwaya"/>
              <a:cs typeface="29LT Riwaya"/>
              <a:sym typeface="29LT Riwaya"/>
            </a:endParaRPr>
          </a:p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spc="132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L’utilisateur gère les rôles </a:t>
            </a:r>
          </a:p>
          <a:p>
            <a:pPr algn="l">
              <a:lnSpc>
                <a:spcPts val="6160"/>
              </a:lnSpc>
            </a:pPr>
            <a:endParaRPr lang="en-US" sz="4400" spc="132">
              <a:solidFill>
                <a:srgbClr val="56678D"/>
              </a:solidFill>
              <a:latin typeface="29LT Riwaya"/>
              <a:ea typeface="29LT Riwaya"/>
              <a:cs typeface="29LT Riwaya"/>
              <a:sym typeface="29LT Riwaya"/>
            </a:endParaRPr>
          </a:p>
          <a:p>
            <a:pPr marL="949961" lvl="1" indent="-474980" algn="l">
              <a:lnSpc>
                <a:spcPts val="6160"/>
              </a:lnSpc>
              <a:buFont typeface="Arial"/>
              <a:buChar char="•"/>
            </a:pPr>
            <a:r>
              <a:rPr lang="en-US" sz="4400" spc="132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4 classes principales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121148"/>
            <a:ext cx="16230600" cy="151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classe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Personnalisé</PresentationFormat>
  <Paragraphs>16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29LT Riwaya</vt:lpstr>
      <vt:lpstr>Boston Angel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cp:lastModifiedBy>Florian BSL</cp:lastModifiedBy>
  <cp:revision>2</cp:revision>
  <dcterms:created xsi:type="dcterms:W3CDTF">2006-08-16T00:00:00Z</dcterms:created>
  <dcterms:modified xsi:type="dcterms:W3CDTF">2026-02-23T01:00:39Z</dcterms:modified>
  <dc:identifier>DAHCEZIhD14</dc:identifier>
</cp:coreProperties>
</file>