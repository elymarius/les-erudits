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oston Angel" charset="1" panose="00000000000000000000"/>
      <p:regular r:id="rId13"/>
    </p:embeddedFont>
    <p:embeddedFont>
      <p:font typeface="29LT Riwaya" charset="1" panose="00000500000000000000"/>
      <p:regular r:id="rId14"/>
    </p:embeddedFon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68061" y="7310520"/>
            <a:ext cx="3255989" cy="2504607"/>
          </a:xfrm>
          <a:custGeom>
            <a:avLst/>
            <a:gdLst/>
            <a:ahLst/>
            <a:cxnLst/>
            <a:rect r="r" b="b" t="t" l="l"/>
            <a:pathLst>
              <a:path h="2504607" w="3255989">
                <a:moveTo>
                  <a:pt x="0" y="0"/>
                </a:moveTo>
                <a:lnTo>
                  <a:pt x="3255989" y="0"/>
                </a:lnTo>
                <a:lnTo>
                  <a:pt x="3255989" y="2504607"/>
                </a:lnTo>
                <a:lnTo>
                  <a:pt x="0" y="25046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Intr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o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duct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i</a:t>
            </a:r>
            <a:r>
              <a:rPr lang="en-US" sz="8396" spc="419" strike="noStrike" u="none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3525" y="3377121"/>
            <a:ext cx="16078388" cy="158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spc="220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Mise à jour de certains éléments après la première révision du projet (cas d’utilisation, déploiement, Gantt).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2349" y="5864002"/>
            <a:ext cx="16219564" cy="236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49961" indent="-474980" lvl="1">
              <a:lnSpc>
                <a:spcPts val="6160"/>
              </a:lnSpc>
              <a:spcBef>
                <a:spcPct val="0"/>
              </a:spcBef>
              <a:buFont typeface="Arial"/>
              <a:buChar char="•"/>
            </a:pPr>
            <a:r>
              <a:rPr lang="en-US" sz="4400" spc="220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Création de nouveaux diagrammes : diagramme de classes et diagramme de réseau.</a:t>
            </a:r>
          </a:p>
          <a:p>
            <a:pPr algn="l">
              <a:lnSpc>
                <a:spcPts val="6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59646" y="3723373"/>
            <a:ext cx="9171640" cy="5755204"/>
          </a:xfrm>
          <a:custGeom>
            <a:avLst/>
            <a:gdLst/>
            <a:ahLst/>
            <a:cxnLst/>
            <a:rect r="r" b="b" t="t" l="l"/>
            <a:pathLst>
              <a:path h="5755204" w="9171640">
                <a:moveTo>
                  <a:pt x="0" y="0"/>
                </a:moveTo>
                <a:lnTo>
                  <a:pt x="9171640" y="0"/>
                </a:lnTo>
                <a:lnTo>
                  <a:pt x="9171640" y="5755204"/>
                </a:lnTo>
                <a:lnTo>
                  <a:pt x="0" y="5755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822" y="3420264"/>
            <a:ext cx="6424345" cy="24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543" spc="10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Comme la revue N°1, nous avons réparti les tâches pour un travail efficace. Ce diagramme a été corrigé par l'étudiant 3.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déploiement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1285" y="3556647"/>
            <a:ext cx="13687377" cy="6125101"/>
          </a:xfrm>
          <a:custGeom>
            <a:avLst/>
            <a:gdLst/>
            <a:ahLst/>
            <a:cxnLst/>
            <a:rect r="r" b="b" t="t" l="l"/>
            <a:pathLst>
              <a:path h="6125101" w="13687377">
                <a:moveTo>
                  <a:pt x="0" y="0"/>
                </a:moveTo>
                <a:lnTo>
                  <a:pt x="13687376" y="0"/>
                </a:lnTo>
                <a:lnTo>
                  <a:pt x="13687376" y="6125101"/>
                </a:lnTo>
                <a:lnTo>
                  <a:pt x="0" y="6125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6469" y="3420264"/>
            <a:ext cx="3431418" cy="309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0"/>
              </a:lnSpc>
            </a:pPr>
            <a:r>
              <a:rPr lang="en-US" sz="3543" spc="10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Nous avons également pu corrigé le diagramme de classe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classe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8515" y="2631893"/>
            <a:ext cx="5022765" cy="5999956"/>
          </a:xfrm>
          <a:custGeom>
            <a:avLst/>
            <a:gdLst/>
            <a:ahLst/>
            <a:cxnLst/>
            <a:rect r="r" b="b" t="t" l="l"/>
            <a:pathLst>
              <a:path h="5999956" w="5022765">
                <a:moveTo>
                  <a:pt x="0" y="0"/>
                </a:moveTo>
                <a:lnTo>
                  <a:pt x="5022765" y="0"/>
                </a:lnTo>
                <a:lnTo>
                  <a:pt x="5022765" y="5999956"/>
                </a:lnTo>
                <a:lnTo>
                  <a:pt x="0" y="5999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591" y="3268562"/>
            <a:ext cx="9202412" cy="405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5253" indent="-417627" lvl="1">
              <a:lnSpc>
                <a:spcPts val="5416"/>
              </a:lnSpc>
              <a:buFont typeface="Arial"/>
              <a:buChar char="•"/>
            </a:pPr>
            <a:r>
              <a:rPr lang="en-US" sz="3868" spc="11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Cette simulation permet de modéliser l’architecture réseau.</a:t>
            </a:r>
          </a:p>
          <a:p>
            <a:pPr algn="l">
              <a:lnSpc>
                <a:spcPts val="5416"/>
              </a:lnSpc>
            </a:pPr>
          </a:p>
          <a:p>
            <a:pPr algn="l" marL="835253" indent="-417627" lvl="1">
              <a:lnSpc>
                <a:spcPts val="5416"/>
              </a:lnSpc>
              <a:buFont typeface="Arial"/>
              <a:buChar char="•"/>
            </a:pPr>
            <a:r>
              <a:rPr lang="en-US" sz="3868" spc="116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Elle évite d’utiliser directement le matériel physique.</a:t>
            </a:r>
          </a:p>
          <a:p>
            <a:pPr algn="l">
              <a:lnSpc>
                <a:spcPts val="541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réseau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08455" y="2690268"/>
            <a:ext cx="13173094" cy="6689506"/>
          </a:xfrm>
          <a:custGeom>
            <a:avLst/>
            <a:gdLst/>
            <a:ahLst/>
            <a:cxnLst/>
            <a:rect r="r" b="b" t="t" l="l"/>
            <a:pathLst>
              <a:path h="6689506" w="13173094">
                <a:moveTo>
                  <a:pt x="0" y="0"/>
                </a:moveTo>
                <a:lnTo>
                  <a:pt x="13173094" y="0"/>
                </a:lnTo>
                <a:lnTo>
                  <a:pt x="13173094" y="6689507"/>
                </a:lnTo>
                <a:lnTo>
                  <a:pt x="0" y="6689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9" r="0" b="-119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cas d'utilisation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39159" y="2924847"/>
            <a:ext cx="9351545" cy="7004507"/>
          </a:xfrm>
          <a:custGeom>
            <a:avLst/>
            <a:gdLst/>
            <a:ahLst/>
            <a:cxnLst/>
            <a:rect r="r" b="b" t="t" l="l"/>
            <a:pathLst>
              <a:path h="7004507" w="9351545">
                <a:moveTo>
                  <a:pt x="0" y="0"/>
                </a:moveTo>
                <a:lnTo>
                  <a:pt x="9351545" y="0"/>
                </a:lnTo>
                <a:lnTo>
                  <a:pt x="9351545" y="7004508"/>
                </a:lnTo>
                <a:lnTo>
                  <a:pt x="0" y="700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Diagramme de séquence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0435" y="3257396"/>
            <a:ext cx="7509530" cy="544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56678D"/>
                </a:solidFill>
                <a:latin typeface="Open Sans"/>
                <a:ea typeface="Open Sans"/>
                <a:cs typeface="Open Sans"/>
                <a:sym typeface="Open Sans"/>
              </a:rPr>
              <a:t>L’utilisateur regarde l’écran</a:t>
            </a:r>
          </a:p>
          <a:p>
            <a:pPr algn="ctr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56678D"/>
                </a:solidFill>
                <a:latin typeface="Open Sans"/>
                <a:ea typeface="Open Sans"/>
                <a:cs typeface="Open Sans"/>
                <a:sym typeface="Open Sans"/>
              </a:rPr>
              <a:t>Le Raspberry Pi lit la production d’énergie auprès des capteurs</a:t>
            </a:r>
          </a:p>
          <a:p>
            <a:pPr algn="ctr" marL="949961" indent="-474980" lvl="1">
              <a:lnSpc>
                <a:spcPts val="6160"/>
              </a:lnSpc>
              <a:buFont typeface="Arial"/>
              <a:buChar char="•"/>
            </a:pPr>
            <a:r>
              <a:rPr lang="en-US" sz="4400">
                <a:solidFill>
                  <a:srgbClr val="56678D"/>
                </a:solidFill>
                <a:latin typeface="Open Sans"/>
                <a:ea typeface="Open Sans"/>
                <a:cs typeface="Open Sans"/>
                <a:sym typeface="Open Sans"/>
              </a:rPr>
              <a:t>L’écran LCD affiche enfin les valeurs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021" y="2723802"/>
            <a:ext cx="7418801" cy="6518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2554" indent="-401277" lvl="1">
              <a:lnSpc>
                <a:spcPts val="5204"/>
              </a:lnSpc>
              <a:buFont typeface="Arial"/>
              <a:buChar char="•"/>
            </a:pP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mise en place, avec l’aide de camarades d’un autre groupe, un logiciel de versionning.</a:t>
            </a:r>
          </a:p>
          <a:p>
            <a:pPr algn="l">
              <a:lnSpc>
                <a:spcPts val="5204"/>
              </a:lnSpc>
            </a:pPr>
          </a:p>
          <a:p>
            <a:pPr algn="l" marL="802554" indent="-401277" lvl="1">
              <a:lnSpc>
                <a:spcPts val="5204"/>
              </a:lnSpc>
              <a:buFont typeface="Arial"/>
              <a:buChar char="•"/>
            </a:pP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I</a:t>
            </a: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l facilite la collaboration avec le reste du groupe InfoProd.</a:t>
            </a:r>
          </a:p>
          <a:p>
            <a:pPr algn="l">
              <a:lnSpc>
                <a:spcPts val="5204"/>
              </a:lnSpc>
            </a:pPr>
          </a:p>
          <a:p>
            <a:pPr algn="l" marL="802554" indent="-401277" lvl="1">
              <a:lnSpc>
                <a:spcPts val="5204"/>
              </a:lnSpc>
              <a:buFont typeface="Arial"/>
              <a:buChar char="•"/>
            </a:pPr>
            <a:r>
              <a:rPr lang="en-US" sz="3717" spc="111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et outil m’a beaucoup aidé pour le partage de fichiers.</a:t>
            </a:r>
          </a:p>
          <a:p>
            <a:pPr algn="l">
              <a:lnSpc>
                <a:spcPts val="520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Github Desktop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DAHB-n0B7cc</dc:identifier>
  <dcterms:modified xsi:type="dcterms:W3CDTF">2011-08-01T06:04:30Z</dcterms:modified>
  <cp:revision>1</cp:revision>
  <dc:title>Partie commune</dc:title>
</cp:coreProperties>
</file>