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29LT Riwaya" charset="1" panose="00000500000000000000"/>
      <p:regular r:id="rId7"/>
    </p:embeddedFont>
    <p:embeddedFont>
      <p:font typeface="29LT Riwaya Bold" charset="1" panose="00000800000000000000"/>
      <p:regular r:id="rId8"/>
    </p:embeddedFont>
    <p:embeddedFont>
      <p:font typeface="Boston Angel" charset="1" panose="000000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EA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2470" y="3311397"/>
            <a:ext cx="14426237" cy="10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823" indent="-340912" lvl="1">
              <a:lnSpc>
                <a:spcPts val="4421"/>
              </a:lnSpc>
              <a:buFont typeface="Arial"/>
              <a:buChar char="•"/>
            </a:pPr>
            <a:r>
              <a:rPr lang="en-US" sz="3158" spc="94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Utilisation de mot de passe  </a:t>
            </a:r>
          </a:p>
          <a:p>
            <a:pPr algn="l" marL="681823" indent="-340912" lvl="1">
              <a:lnSpc>
                <a:spcPts val="4421"/>
              </a:lnSpc>
              <a:buFont typeface="Arial"/>
              <a:buChar char="•"/>
            </a:pPr>
            <a:r>
              <a:rPr lang="en-US" sz="3158" spc="94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Authentification à 2 facteurs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2470" y="5398362"/>
            <a:ext cx="14426237" cy="10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823" indent="-340912" lvl="1">
              <a:lnSpc>
                <a:spcPts val="4421"/>
              </a:lnSpc>
              <a:spcBef>
                <a:spcPct val="0"/>
              </a:spcBef>
              <a:buFont typeface="Arial"/>
              <a:buChar char="•"/>
            </a:pPr>
            <a:r>
              <a:rPr lang="en-US" sz="3158" spc="94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Séparation de VLAN (VLAN Admin, VLAN Vie scolaire)</a:t>
            </a:r>
          </a:p>
          <a:p>
            <a:pPr algn="l" marL="681823" indent="-340912" lvl="1">
              <a:lnSpc>
                <a:spcPts val="4421"/>
              </a:lnSpc>
              <a:spcBef>
                <a:spcPct val="0"/>
              </a:spcBef>
              <a:buFont typeface="Arial"/>
              <a:buChar char="•"/>
            </a:pPr>
            <a:r>
              <a:rPr lang="en-US" sz="3158" spc="94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Switch séparé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802470" y="7593609"/>
            <a:ext cx="14426237" cy="1089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1823" indent="-340912" lvl="1">
              <a:lnSpc>
                <a:spcPts val="4421"/>
              </a:lnSpc>
              <a:buFont typeface="Arial"/>
              <a:buChar char="•"/>
            </a:pPr>
            <a:r>
              <a:rPr lang="en-US" sz="3158" spc="94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Faire des sauvegardes régulières (disque externe ou cloud)  </a:t>
            </a:r>
          </a:p>
          <a:p>
            <a:pPr algn="l" marL="681823" indent="-340912" lvl="1">
              <a:lnSpc>
                <a:spcPts val="4421"/>
              </a:lnSpc>
              <a:buFont typeface="Arial"/>
              <a:buChar char="•"/>
            </a:pPr>
            <a:r>
              <a:rPr lang="en-US" sz="3158" spc="94">
                <a:solidFill>
                  <a:srgbClr val="56678D"/>
                </a:solidFill>
                <a:latin typeface="29LT Riwaya"/>
                <a:ea typeface="29LT Riwaya"/>
                <a:cs typeface="29LT Riwaya"/>
                <a:sym typeface="29LT Riwaya"/>
              </a:rPr>
              <a:t>Mise à jour régulières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9266" y="5537439"/>
            <a:ext cx="2971158" cy="112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68"/>
              </a:lnSpc>
              <a:spcBef>
                <a:spcPct val="0"/>
              </a:spcBef>
            </a:pPr>
            <a:r>
              <a:rPr lang="en-US" b="true" sz="3263" spc="261">
                <a:solidFill>
                  <a:srgbClr val="56678D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Protection réseau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531725" y="7593609"/>
            <a:ext cx="4152149" cy="112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68"/>
              </a:lnSpc>
              <a:spcBef>
                <a:spcPct val="0"/>
              </a:spcBef>
            </a:pPr>
            <a:r>
              <a:rPr lang="en-US" b="true" sz="3263" spc="261">
                <a:solidFill>
                  <a:srgbClr val="56678D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Sauvegardes et maintenance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9266" y="3483946"/>
            <a:ext cx="2971158" cy="55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568"/>
              </a:lnSpc>
              <a:spcBef>
                <a:spcPct val="0"/>
              </a:spcBef>
            </a:pPr>
            <a:r>
              <a:rPr lang="en-US" b="true" sz="3263" spc="261">
                <a:solidFill>
                  <a:srgbClr val="56678D"/>
                </a:solidFill>
                <a:latin typeface="29LT Riwaya Bold"/>
                <a:ea typeface="29LT Riwaya Bold"/>
                <a:cs typeface="29LT Riwaya Bold"/>
                <a:sym typeface="29LT Riwaya Bold"/>
              </a:rPr>
              <a:t>Mot de Passe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121148"/>
            <a:ext cx="16230600" cy="1510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755"/>
              </a:lnSpc>
              <a:spcBef>
                <a:spcPct val="0"/>
              </a:spcBef>
            </a:pPr>
            <a:r>
              <a:rPr lang="en-US" sz="8396" spc="419">
                <a:solidFill>
                  <a:srgbClr val="56678D"/>
                </a:solidFill>
                <a:latin typeface="Boston Angel"/>
                <a:ea typeface="Boston Angel"/>
                <a:cs typeface="Boston Angel"/>
                <a:sym typeface="Boston Angel"/>
              </a:rPr>
              <a:t>Sécurité simple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DAHCGSLh0aY</dc:identifier>
  <dcterms:modified xsi:type="dcterms:W3CDTF">2011-08-01T06:04:30Z</dcterms:modified>
  <cp:revision>1</cp:revision>
  <dc:title>Objectifs de protection</dc:title>
</cp:coreProperties>
</file>